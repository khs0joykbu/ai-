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1" r:id="rId3"/>
    <p:sldId id="257" r:id="rId4"/>
    <p:sldId id="266" r:id="rId5"/>
    <p:sldId id="258" r:id="rId6"/>
    <p:sldId id="268" r:id="rId7"/>
    <p:sldId id="265" r:id="rId8"/>
    <p:sldId id="267" r:id="rId9"/>
    <p:sldId id="259" r:id="rId10"/>
    <p:sldId id="263" r:id="rId11"/>
    <p:sldId id="264" r:id="rId12"/>
    <p:sldId id="260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40" d="100"/>
          <a:sy n="14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789464" y="2626179"/>
            <a:ext cx="7204982" cy="3627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2455012</a:t>
            </a:r>
            <a:r>
              <a:rPr lang="ko-KR" altLang="en-US"/>
              <a:t> 김현식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883502" y="967779"/>
            <a:ext cx="3052907" cy="26498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1.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라이브러리 import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gradio as gr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pandas as pd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altair as alt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numpy as np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sys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import os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먼저, 필요한 라이브러리를 불러옵니다.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gradio: 웹 UI 구성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pandas: 데이터 처리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altair: 시각화를 위한 라이브러리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numpy: 배열 및 수치 처리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sys, os: 파일 경로 처리 등에 사용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52918" y="4112593"/>
            <a:ext cx="4975653" cy="17338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2.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OR-Tools 설치 여부 확인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try: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   from ortools.sat.python import cp_model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   ORTOOLS_AVAILABLE = True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except Exception: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   ORTOOLS_AVAILABLE = False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OR-Tools는 구글의 최적화 라이브러리로,AI 시간표 스케줄링의 핵심 엔진입니다.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블록에서는 OR-Tools 설치 여부를 확인하고, 없으면 경고를 출력합니다.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앱이 실행은 되지만, AI 스케줄링 기능은 제한됩니다.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9" name="가로 글상자 8"/>
          <p:cNvSpPr txBox="1"/>
          <p:nvPr/>
        </p:nvSpPr>
        <p:spPr>
          <a:xfrm>
            <a:off x="5928571" y="1623594"/>
            <a:ext cx="6791325" cy="267366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/>
              <a:t># ai_timetable_app_fixed.py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gradio as gr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pandas as pd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altair as alt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numpy as np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sys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import os</a:t>
            </a:r>
            <a:endParaRPr lang="ko-KR" altLang="en-US" sz="1000"/>
          </a:p>
          <a:p>
            <a:pPr lvl="0">
              <a:defRPr/>
            </a:pPr>
            <a:endParaRPr lang="ko-KR" altLang="en-US" sz="1000"/>
          </a:p>
          <a:p>
            <a:pPr lvl="0">
              <a:defRPr/>
            </a:pPr>
            <a:r>
              <a:rPr lang="ko-KR" altLang="en-US" sz="1000"/>
              <a:t># --- ortools 존재 확인 (앱 시작시 경고만 보여주기 위해 try/except) ---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try: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from ortools.sat.python import cp_model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ORTOOLS_AVAILABLE = True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print("--- 'ortools' 라이브러리가 성공적으로 로드되었습니다. ---")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except Exception: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ORTOOLS_AVAILABLE = False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print("--- 경고: 'ortools' 라이브러리가 설치되어 있지 않습니다. ---")</a:t>
            </a:r>
            <a:endParaRPr lang="ko-KR" altLang="en-US" sz="1000"/>
          </a:p>
          <a:p>
            <a:pPr lvl="0">
              <a:defRPr/>
            </a:pPr>
            <a:r>
              <a:rPr lang="ko-KR" altLang="en-US" sz="1000"/>
              <a:t>    print("터미널에서 'pip install ortools' 후 AI 배정을 사용하세요.")</a:t>
            </a:r>
            <a:endParaRPr lang="ko-KR" altLang="en-US" sz="1000"/>
          </a:p>
        </p:txBody>
      </p:sp>
      <p:cxnSp>
        <p:nvCxnSpPr>
          <p:cNvPr id="10" name="화살표 9"/>
          <p:cNvCxnSpPr/>
          <p:nvPr/>
        </p:nvCxnSpPr>
        <p:spPr>
          <a:xfrm>
            <a:off x="3264596" y="1282613"/>
            <a:ext cx="2622637" cy="861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화살표 10"/>
          <p:cNvCxnSpPr/>
          <p:nvPr/>
        </p:nvCxnSpPr>
        <p:spPr>
          <a:xfrm flipV="1">
            <a:off x="4262764" y="3429000"/>
            <a:ext cx="1578801" cy="8682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3998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60998" y="1187277"/>
            <a:ext cx="2085270" cy="3602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3.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헬퍼 함수 정의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-94053" y="1557545"/>
            <a:ext cx="6542447" cy="14028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(1)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컬럼명을 정리하는 함수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clean_col_names_simple(df):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df.columns = df.columns.str.strip()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return df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CSV 파일에서 열 이름 앞뒤에 공백이 포함된 경우 오류를 방지하기 위해 컬럼명을 정리합니다.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7" name="가로 글상자 6"/>
          <p:cNvSpPr txBox="1"/>
          <p:nvPr/>
        </p:nvSpPr>
        <p:spPr>
          <a:xfrm>
            <a:off x="6706773" y="665673"/>
            <a:ext cx="5008845" cy="450683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# --- 헬퍼 함수들 ---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def clean_col_names_simple(df: pd.DataFrame) -&gt; pd.DataFrame: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"""컬럼명 앞뒤 공백 제거"""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df.columns = df.columns.str.strip()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return df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def load_and_filter_data(csv_path, max_capacity=45):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CSV 파일 경로를 받아 필터링된 실습(실험실) 수업 데이터 반환.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필수 컬럼 존재 여부 검사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'실습' 유형만 추출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수강인원, 학점 컬럼 숫자 변환 및 결측 제거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duration(학점)&gt;0 인 것만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max_capacity 이하인 것만 선별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try: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 = pd.read_csv(csv_path)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 = clean_col_names_simple(df)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type_col = '강의유형구분'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student_count_col = '수강인원'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course_name_col = '교과목명'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prof_col = '강좌담당교수'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duration_col = '교과목학점'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required_cols = [type_col, student_count_col, course_name_col, prof_col, duration_col]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if not all(col in df.columns for col in required_cols):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raise ValueError(f"Error: 필수 컬럼 누락. 필요한 컬럼: {required_cols}")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</p:txBody>
      </p:sp>
      <p:cxnSp>
        <p:nvCxnSpPr>
          <p:cNvPr id="8" name="화살표 7"/>
          <p:cNvCxnSpPr/>
          <p:nvPr/>
        </p:nvCxnSpPr>
        <p:spPr>
          <a:xfrm flipV="1">
            <a:off x="4399767" y="1367424"/>
            <a:ext cx="2498681" cy="985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57497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5572" y="2180976"/>
            <a:ext cx="6202680" cy="2344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(2)데이터 로드 + 필터링 함수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load_and_filter_data(csv_path, max_capacity=45):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함수는 AI 배정에 필요한실습 수업만 자동으로 걸러내는 핵심 전처리 함수입니다.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CSV 파일 불러오기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필수 컬럼 존재 여부 확인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강의 유형이 “실습”인 것만 선택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수강인원과 학점(시수)을 숫자로 변환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결측값 제거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수강 인원이 최대 수용 인원 이하인 수업만 필터링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사용자가 업로드한 수업 중 실제로 배정 가능한 수업만 모아 최종적으로 반환합니다.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4" name="가로 글상자 3"/>
          <p:cNvSpPr txBox="1"/>
          <p:nvPr/>
        </p:nvSpPr>
        <p:spPr>
          <a:xfrm>
            <a:off x="6278253" y="1153412"/>
            <a:ext cx="5462260" cy="421195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   # '실습' 타입만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 = df[df[type_col] == '실습'].copy()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숫자 변환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df_lab[student_count_col] = pd.to_numeric(df_lab[student_count_col], errors='coerce')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df_lab[duration_col] = pd.to_numeric(df_lab[duration_col], errors='coerce')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결측 제거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 = df_lab.dropna(subset=[student_count_col, duration_col])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정수형 학점, 양수 필터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df_lab[duration_col] = df_lab[duration_col].astype(int)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df_lab = df_lab[df_lab[duration_col] &gt; 0]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수용 인원 제약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df_schedulable = df_lab[df_lab[student_count_col] &lt;= max_capacity].reset_index(drop=True)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log_message = f"총 {len(df_lab)}개 실습 수업 중 {len(df_schedulable)}개가 배정 대상입니다."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print(log_message)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col_names = [course_name_col, prof_col, duration_col, student_count_col]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return df_schedulable, col_names, log_message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except FileNotFoundError: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raise FileNotFoundError(f"Error: {csv_path} 파일을 찾을 수 없습니다.")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except Exception as e: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raise Exception(f"데이터 로드 중 오류: {e}")</a:t>
            </a:r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3359355795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1134" y="1725831"/>
            <a:ext cx="4451125" cy="34063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4. AI 스케줄러 (OR-Tools CP-SAT)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run_ai_scheduler(df_demand, col_names):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부분이AI가 실제로 시간표를 배정하는 두뇌 역할입니다.단계별 설명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① 강의실 설정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rooms = {'1215': 45, '1216': 45, '1217': 45, '1418': 45, 'Rental_Room_1': 45}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AI가 배정할 수 있는 실습실 목록입니다.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수용 인원도 설정되어 있습니다.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② 시간 축 설정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num_days = 5      # 월~금num_periods = 9   # 1~9교시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총 5일 × 9교시 = 45개의 슬롯을 하나의 일렬 시간축으로 계산합니다.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③ OR-Tools 모델 초기화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model = cp_model.CpModel()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제약 조건을 정의하고 최적해를 찾는 모델입니다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7" name="가로 글상자 6"/>
          <p:cNvSpPr txBox="1"/>
          <p:nvPr/>
        </p:nvSpPr>
        <p:spPr>
          <a:xfrm>
            <a:off x="5655128" y="1800497"/>
            <a:ext cx="6536872" cy="298323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# --- AI 스케줄러 ---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def run_ai_scheduler(df_demand: pd.DataFrame, col_names):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OR-Tools CP-SAT을 사용한 스케줄링.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rooms: 강의실 목록과 수용인원(현재 수용인원은 제약 필터링에서 이미 반영)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하루 num_periods(1~9교시), 5일(월~금)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- 단순한 시작슬롯 기반 스케줄링 (교시 단위)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if not ORTOOLS_AVAILABLE: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raise ImportError("AI 배정을 실행하려면 'ortools'가 필요합니다. 터미널에서 'pip install ortools'를 설치하세요.")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course_name_col, prof_col, duration_col, student_count_col = col_names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rooms = {'1215': 45, '1216': 45, '1217': 45, '1418': 45, 'Rental_Room_1': 45}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room_names = list(rooms.keys())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num_rooms = len(room_names)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num_days = 5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num_periods = 9  # 교시 수 (1..9)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horizon = num_days * num_periods</a:t>
            </a:r>
            <a:endParaRPr lang="en-US" altLang="en-US" sz="1000"/>
          </a:p>
        </p:txBody>
      </p:sp>
      <p:cxnSp>
        <p:nvCxnSpPr>
          <p:cNvPr id="8" name="화살표 7"/>
          <p:cNvCxnSpPr/>
          <p:nvPr/>
        </p:nvCxnSpPr>
        <p:spPr>
          <a:xfrm flipV="1">
            <a:off x="4476750" y="4218215"/>
            <a:ext cx="1265464" cy="95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화살표 8"/>
          <p:cNvCxnSpPr/>
          <p:nvPr/>
        </p:nvCxnSpPr>
        <p:spPr>
          <a:xfrm>
            <a:off x="4653643" y="3184071"/>
            <a:ext cx="1088571" cy="6531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25641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700767" y="2144077"/>
            <a:ext cx="6096000" cy="218884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④ 각 수업에 대해 변수 생성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예: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언제 시작하는지(start)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언제 끝나는지(end)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어느 강의실에 배정되는지(room)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각 수업의 시간 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starts[cid] = model.NewIntVar(0, horizon - dur, f'start_{cid}')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ends[cid] = model.NewIntVar(0, horizon, f'end_{cid}')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rooms_var[cid] = model.NewIntVar(0, num_rooms - 1, f'room_{cid}')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lang="ko-KR" altLang="en-US"/>
          </a:p>
        </p:txBody>
      </p:sp>
      <p:sp>
        <p:nvSpPr>
          <p:cNvPr id="3" name="가로 글상자 2"/>
          <p:cNvSpPr txBox="1"/>
          <p:nvPr/>
        </p:nvSpPr>
        <p:spPr>
          <a:xfrm>
            <a:off x="6679065" y="1453515"/>
            <a:ext cx="4800601" cy="421195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    # 클래스 객체 리스트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classes = []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for i, row in df_demand.iterrows():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classes.append({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"id": int(i),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"name": str(row[course_name_col]),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"duration": int(row[duration_col]),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"professor": str(row[prof_col]) if pd.notna(row[prof_col]) else "UNKNOWN",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"students": int(row[student_count_col])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})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model = cp_model.CpModel()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starts = {}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ends = {}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rooms_var = {}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intervals = {}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prof_intervals = {}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for c in classes: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cid = c['id']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dur = c['duration']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starts[cid] = model.NewIntVar(0, horizon - dur, f'start_{cid}')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ends[cid] = model.NewIntVar(0, horizon, f'end_{cid}')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end = start + dur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model.Add(ends[cid] == starts[cid] + dur)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rooms_var[cid] = model.NewIntVar(0, num_rooms - 1, f'room_{cid}')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intervals[cid] = model.NewIntervalVar(starts[cid], dur, ends[cid], f'interval_{cid}')</a:t>
            </a:r>
            <a:endParaRPr lang="en-US" altLang="en-US" sz="1000"/>
          </a:p>
        </p:txBody>
      </p:sp>
      <p:cxnSp>
        <p:nvCxnSpPr>
          <p:cNvPr id="4" name="화살표 3"/>
          <p:cNvCxnSpPr/>
          <p:nvPr/>
        </p:nvCxnSpPr>
        <p:spPr>
          <a:xfrm>
            <a:off x="4667250" y="3559492"/>
            <a:ext cx="2211160" cy="1162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70802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58805" y="2012442"/>
            <a:ext cx="4214177" cy="176707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⑤ 강의실 중첩 방지 제약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model.AddNoOverlap(room_intervals)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같은 강의실에서 두 수업이 겹치지 않도록 하는 제약 조건입니다.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⑥ 교수 중복 방지 제약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model.AddNoOverlap(intervals_list)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한 교수님이 같은 시간대에 여러 수업을 진행할 수 없도록 금지합니다.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5" name="가로 글상자 4"/>
          <p:cNvSpPr txBox="1"/>
          <p:nvPr/>
        </p:nvSpPr>
        <p:spPr>
          <a:xfrm>
            <a:off x="5516337" y="1686741"/>
            <a:ext cx="6675663" cy="359283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        # 교수별 충돌 방지를 위한 맵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prof = c['professor']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prof_intervals.setdefault(prof, []).append(intervals[cid])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# 제약 1: 같은 강의실에서 겹치지 않도록 (각 강의실에 대해 OptionalInterval로 처리)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for r_idx in range(num_rooms):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room_intervals = []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for c in classes: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cid = c['id']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is_in_room = model.NewBoolVar(f'c{cid}_in_r{r_idx}')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# rooms_var == r_idx &lt;-&gt; is_in_room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model.Add(rooms_var[cid] == r_idx).OnlyEnforceIf(is_in_room)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model.Add(rooms_var[cid] != r_idx).OnlyEnforceIf(is_in_room.Not())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opt_interval = model.NewOptionalIntervalVar(starts[cid], c['duration'], ends[cid], is_in_room, f'opt_int_c{cid}_r{r_idx}')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room_intervals.append(opt_interval)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model.AddNoOverlap(room_intervals)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# 제약 2: 교수별 중복 금지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for prof, intervals_list in prof_intervals.items():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if len(intervals_list) &gt; 1: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    model.AddNoOverlap(intervals_list)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</p:txBody>
      </p:sp>
      <p:cxnSp>
        <p:nvCxnSpPr>
          <p:cNvPr id="7" name="화살표 6"/>
          <p:cNvCxnSpPr/>
          <p:nvPr/>
        </p:nvCxnSpPr>
        <p:spPr>
          <a:xfrm flipV="1">
            <a:off x="2741839" y="2012442"/>
            <a:ext cx="2646589" cy="3756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화살표 8"/>
          <p:cNvCxnSpPr/>
          <p:nvPr/>
        </p:nvCxnSpPr>
        <p:spPr>
          <a:xfrm>
            <a:off x="4327071" y="3986895"/>
            <a:ext cx="1189266" cy="5442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06437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3966" y="2500838"/>
            <a:ext cx="4774061" cy="14535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⑦ 하루를 넘기는 배정 금지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수업이 월요일 8~10교시 이런 식으로 하루를 넘어갈 수 없도록 제약을 걸어줍니다.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⑧ 최적화 목표model.Minimize(total_makespan)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전체 스케줄이 끝나는 시간을최대한 앞당기는최적화입니다.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즉, 시간표가 더 “압축”된 형태로 만들어집니다.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⑨ AI 스케줄링 실행status = solver.Solve(model)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해가 존재하면 DataFrame 형태로 배정 결과를 만들어 반환합니다.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" name="가로 글상자 2"/>
          <p:cNvSpPr txBox="1"/>
          <p:nvPr/>
        </p:nvSpPr>
        <p:spPr>
          <a:xfrm>
            <a:off x="5667374" y="192404"/>
            <a:ext cx="6524625" cy="66655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900"/>
              <a:t>    # 제약 3: 수업이 하루를 넘지 않도록 (start_day == end_day)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for c in classes: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cid = c['id']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start_day = model.NewIntVar(0, num_days - 1, f'start_day_{cid}')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end_day = model.NewIntVar(0, num_days - 1, f'end_day_{cid}')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# division equality: day = start // num_periods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model.AddDivisionEquality(start_day, starts[cid], num_periods)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temp_end_time = model.NewIntVar(0, horizon + c['duration'], f'temp_end_time_{cid}')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model.Add(temp_end_time == starts[cid] + c['duration'] - 1)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model.AddDivisionEquality(end_day, temp_end_time, num_periods)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model.Add(start_day == end_day)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목표: 전체 makespan 최소화 (수업이 끝나는 최대 슬롯 최소화)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total_makespan = model.NewIntVar(0, horizon, 'makespan')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model.AddMaxEquality(total_makespan, [ends[c['id']] for c in classes])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model.Minimize(total_makespan)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Solve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solver = cp_model.CpSolver()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solver.parameters.max_time_in_seconds = 30.0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status = solver.Solve(model)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if status in (cp_model.OPTIMAL, cp_model.FEASIBLE):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results = []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day_map = {0: '월', 1: '화', 2: '수', 3: '목', 4: '금'}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for c in classes: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cid = c['id']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room_index = int(solver.Value(rooms_var[cid]))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start_slot = int(solver.Value(starts[cid]))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day_val = start_slot // num_periods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period_start = (start_slot % num_periods) + 1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period_end = period_start + c['duration'] - 1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results.append({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"교과목명": c['name'],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"담당교수": c['professor'],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"수강인원": c['students'],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"배정강의실": room_names[room_index],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"배정요일": day_map.get(day_val, str(day_val)),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"시작교시": period_start,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"종료교시": period_end,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"주당시수": c['duration']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})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results_df = pd.DataFrame(results).sort_values(by=['배정강의실', '배정요일', '시작교시']).reset_index(drop=True)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status_str = solver.StatusName(status) if hasattr(solver, "StatusName") else str(status)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return results_df, f"AI 스케줄링 성공! (상태: {status_str})"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else: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status_str = solver.StatusName(status) if hasattr(solver, "StatusName") else str(status)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raise Exception(f"AI 스케줄링 실패. 해를 찾지 못했습니다. (상태: {status_str})")</a:t>
            </a:r>
            <a:endParaRPr lang="en-US" altLang="en-US" sz="900"/>
          </a:p>
        </p:txBody>
      </p:sp>
      <p:cxnSp>
        <p:nvCxnSpPr>
          <p:cNvPr id="5" name="화살표 4"/>
          <p:cNvCxnSpPr/>
          <p:nvPr/>
        </p:nvCxnSpPr>
        <p:spPr>
          <a:xfrm flipV="1">
            <a:off x="2183945" y="823232"/>
            <a:ext cx="3605894" cy="17485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화살표 5"/>
          <p:cNvCxnSpPr/>
          <p:nvPr/>
        </p:nvCxnSpPr>
        <p:spPr>
          <a:xfrm flipV="1">
            <a:off x="4068531" y="2190750"/>
            <a:ext cx="1598843" cy="11420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화살표 6"/>
          <p:cNvCxnSpPr/>
          <p:nvPr/>
        </p:nvCxnSpPr>
        <p:spPr>
          <a:xfrm flipV="1">
            <a:off x="4395107" y="3701143"/>
            <a:ext cx="1272267" cy="2532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34704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06800" y="1834627"/>
            <a:ext cx="5145405" cy="20387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5. 공실 현황 분석 (히트맵)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analyze_and_visualize(df_schedule):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AI가 배정한 시간표를 토대로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요일 × 강의실 × 교시공실 여부를 정리한 뒤 Altair로 히트맵을 만듭니다.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파란색: 사용 중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회색: 공실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요일별로 나누어 표시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강의실 운영 상황을 직관적으로 확인할 수 있는 중요한 시각화입니다.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6" name="가로 글상자 5"/>
          <p:cNvSpPr txBox="1"/>
          <p:nvPr/>
        </p:nvSpPr>
        <p:spPr>
          <a:xfrm>
            <a:off x="6223868" y="0"/>
            <a:ext cx="5968132" cy="65322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900"/>
              <a:t># --- 공실 분석 (히트맵) ---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def analyze_and_visualize(df_schedule: pd.DataFrame):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"""스케줄 결과를 받아 강의실 × 요일 × 교시 히트맵 생성"""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if df_schedule is None or df_schedule.empty: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# 빈 차트 반환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empty_df = pd.DataFrame({"교시": [], "배정강의실": [], "배정요일": [], "상태": []})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return alt.Chart(empty_df).mark_text().encode()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rooms = ['1215', '1216', '1217', '1418', 'Rental_Room_1']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days = ['월', '화', '수', '목', '금']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periods = list(range(1, 10))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grid 초기화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master_grid = {(r, d, p): 'Available' for r in rooms for d in days for p in periods}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사용중 표시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for row in df_schedule.itertuples():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for p in range(int(row.시작교시), int(row.종료교시) + 1):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key = (row.배정강의실, row.배정요일, p)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if key in master_grid: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master_grid[key] = row.교과목명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df_grid = pd.Series(master_grid).reset_index()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df_grid.columns = ['배정강의실', '배정요일', '교시', '상태']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df_grid['상태'] = df_grid['상태'].apply(lambda x: '공실' if x == 'Available' else '사용중')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df_grid['배정요일'] = pd.Categorical(df_grid['배정요일'], categories=days, ordered=True)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df_grid['교시'] = pd.Categorical(df_grid['교시'], categories=periods, ordered=True)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heatmap = alt.Chart(df_grid).mark_rect().encode(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x=alt.X('교시:O', axis=alt.Axis(title='교시', labelAngle=0)),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y=alt.Y('배정강의실:N', axis=alt.Axis(title='강의실')),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color=alt.Color('상태:N',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        scale=alt.Scale(domain=['공실', '사용중'], range=['#F0F0F0', '#007BFF']),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            legend=alt.Legend(title="상태")),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tooltip=[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alt.Tooltip('배정요일', title='요일'),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alt.Tooltip('배정강의실', title='강의실'),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alt.Tooltip('교시', title='교시'),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alt.Tooltip('상태', title='상태')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).properties(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title='강의실별 공실 현황 (AI 배정 결과)'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).facet(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row=alt.Facet('배정요일:N', title='요일', header=alt.Header(titleOrient="right", labelOrient="right"))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).interactive()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return heatmap</a:t>
            </a:r>
            <a:endParaRPr lang="en-US" altLang="en-US" sz="900"/>
          </a:p>
        </p:txBody>
      </p:sp>
    </p:spTree>
    <p:extLst>
      <p:ext uri="{BB962C8B-B14F-4D97-AF65-F5344CB8AC3E}">
        <p14:creationId xmlns:p14="http://schemas.microsoft.com/office/powerpoint/2010/main" val="15657254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7836" y="3050610"/>
            <a:ext cx="5307330" cy="1128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6. 공실 대여 가능 시간 추출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analyze_rentable_slots(df_schedule):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2시간 이상 연속된 공실 시간만 찾아서 정리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강의실 운영팀이나 외부 대여 신청자가 참고할 수 있는 리스트 생성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" name="가로 글상자 2"/>
          <p:cNvSpPr txBox="1"/>
          <p:nvPr/>
        </p:nvSpPr>
        <p:spPr>
          <a:xfrm>
            <a:off x="6593162" y="319767"/>
            <a:ext cx="3902512" cy="63036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800"/>
              <a:t># --- 대여 가능 슬롯 추출 ---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def analyze_rentable_slots(df_schedule: pd.DataFrame):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"""2시간(교시) 이상 연속 공실 슬롯 추출"""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if df_schedule is None or df_schedule.empty: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return pd.DataFrame(columns=['강의실', '요일', '대여시작', '대여종료', '연속시간'])</a:t>
            </a:r>
            <a:endParaRPr lang="en-US" altLang="en-US" sz="800"/>
          </a:p>
          <a:p>
            <a:pPr lvl="0">
              <a:defRPr/>
            </a:pPr>
            <a:endParaRPr lang="en-US" altLang="en-US" sz="800"/>
          </a:p>
          <a:p>
            <a:pPr lvl="0">
              <a:defRPr/>
            </a:pPr>
            <a:r>
              <a:rPr lang="en-US" altLang="en-US" sz="800"/>
              <a:t>    rooms = ['1215', '1216', '1217', '1418', 'Rental_Room_1']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days = ['월', '화', '수', '목', '금']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periods = list(range(1, 10))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master_grid = {(r, d, p): 'Available' for r in rooms for d in days for p in periods}</a:t>
            </a:r>
            <a:endParaRPr lang="en-US" altLang="en-US" sz="800"/>
          </a:p>
          <a:p>
            <a:pPr lvl="0">
              <a:defRPr/>
            </a:pPr>
            <a:endParaRPr lang="en-US" altLang="en-US" sz="800"/>
          </a:p>
          <a:p>
            <a:pPr lvl="0">
              <a:defRPr/>
            </a:pPr>
            <a:r>
              <a:rPr lang="en-US" altLang="en-US" sz="800"/>
              <a:t>    for row in df_schedule.itertuples():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for p in range(int(row.시작교시), int(row.종료교시) + 1):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key = (row.배정강의실, row.배정요일, p)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if key in master_grid: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master_grid[key] = row.교과목명</a:t>
            </a:r>
            <a:endParaRPr lang="en-US" altLang="en-US" sz="800"/>
          </a:p>
          <a:p>
            <a:pPr lvl="0">
              <a:defRPr/>
            </a:pPr>
            <a:endParaRPr lang="en-US" altLang="en-US" sz="800"/>
          </a:p>
          <a:p>
            <a:pPr lvl="0">
              <a:defRPr/>
            </a:pPr>
            <a:r>
              <a:rPr lang="en-US" altLang="en-US" sz="800"/>
              <a:t>    rentable_slots = []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min_rental_duration = 2</a:t>
            </a:r>
            <a:endParaRPr lang="en-US" altLang="en-US" sz="800"/>
          </a:p>
          <a:p>
            <a:pPr lvl="0">
              <a:defRPr/>
            </a:pPr>
            <a:endParaRPr lang="en-US" altLang="en-US" sz="800"/>
          </a:p>
          <a:p>
            <a:pPr lvl="0">
              <a:defRPr/>
            </a:pPr>
            <a:r>
              <a:rPr lang="en-US" altLang="en-US" sz="800"/>
              <a:t>    for room in rooms: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for day in days: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consecutive_count = 0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start_period = None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for period in periods: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if master_grid[(room, day, period)] == 'Available':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if consecutive_count == 0: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start_period = period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consecutive_count += 1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else: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if consecutive_count &gt;= min_rental_duration: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rentable_slots.append({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    '강의실': room,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    '요일': day,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    '대여시작': f"{start_period}교시",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    '대여종료': f"{period - 1}교시",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    '연속시간': consecutive_count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    })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consecutive_count = 0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start_period = None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# 마지막까지 공실이 이어진 경우 체크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if consecutive_count &gt;= min_rental_duration: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rentable_slots.append({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'강의실': room,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'요일': day,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'대여시작': f"{start_period}교시",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'대여종료': f"9교시",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    '연속시간': consecutive_count</a:t>
            </a:r>
            <a:endParaRPr lang="en-US" altLang="en-US" sz="800"/>
          </a:p>
          <a:p>
            <a:pPr lvl="0">
              <a:defRPr/>
            </a:pPr>
            <a:r>
              <a:rPr lang="en-US" altLang="en-US" sz="800"/>
              <a:t>                })</a:t>
            </a:r>
            <a:endParaRPr lang="en-US" altLang="en-US" sz="800"/>
          </a:p>
          <a:p>
            <a:pPr lvl="0">
              <a:defRPr/>
            </a:pPr>
            <a:endParaRPr lang="en-US" altLang="en-US" sz="800"/>
          </a:p>
          <a:p>
            <a:pPr lvl="0">
              <a:defRPr/>
            </a:pPr>
            <a:r>
              <a:rPr lang="en-US" altLang="en-US" sz="800"/>
              <a:t>    return pd.DataFrame(rentable_slots)</a:t>
            </a:r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228338403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5927029" y="1021041"/>
            <a:ext cx="6264971" cy="526420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 sz="1000"/>
              <a:t># --- Gradio 통합 실행 함수 ---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def run_all_goals(file_obj, max_capacity):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Gradio에서 호출되는 메인 함수.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file_obj: gr.File로 업로드된 파일 오브젝트 (file_obj.name 사용)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"""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if file_obj is None: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raise gr.Error("먼저 'courses_data.csv' 파일을 업로드하세요.")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try: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1. 데이터 로드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df_schedulable, col_names, log1 = load_and_filter_data(file_obj.name, int(max_capacity))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2. Goal 1: AI 스케줄링 실행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df_schedule, log2 = run_ai_scheduler(df_schedulable, col_names)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schedule_file = "schedule_prototype.csv"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df_schedule.to_csv(schedule_file, index=False, encoding='utf-8-sig')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3. Goal 2: 공실 분석 및 시각화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heatmap_chart = analyze_and_visualize(df_schedule)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4. Goal 3: 대여 목록 추출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df_rentable = analyze_rentable_slots(df_schedule)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rentable_file = "rentable_slots.csv"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df_rentable.to_csv(rentable_file, index=False, encoding='utf-8-sig')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log_final = f"{log1}\n{log2}\nGoal 2(시각화), Goal 3(대여 목록) 생성 완료."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# 반환 순서: schedule dataframe, schedule CSV 경로, heatmap(Altair chart), rentable df, rentable CSV 경로, 로그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return [df_schedule, schedule_file, heatmap_chart, df_rentable, rentable_file, log_final]</a:t>
            </a:r>
            <a:endParaRPr lang="en-US" altLang="en-US" sz="1000"/>
          </a:p>
          <a:p>
            <a:pPr lvl="0">
              <a:defRPr/>
            </a:pP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except Exception as e:</a:t>
            </a:r>
            <a:endParaRPr lang="en-US" altLang="en-US" sz="1000"/>
          </a:p>
          <a:p>
            <a:pPr lvl="0">
              <a:defRPr/>
            </a:pPr>
            <a:r>
              <a:rPr lang="en-US" altLang="en-US" sz="1000"/>
              <a:t>        raise gr.Error(str(e))</a:t>
            </a:r>
            <a:endParaRPr lang="en-US" altLang="en-US" sz="1000"/>
          </a:p>
        </p:txBody>
      </p:sp>
      <p:sp>
        <p:nvSpPr>
          <p:cNvPr id="4" name="직사각형 3"/>
          <p:cNvSpPr/>
          <p:nvPr/>
        </p:nvSpPr>
        <p:spPr>
          <a:xfrm>
            <a:off x="522465" y="2770731"/>
            <a:ext cx="5040631" cy="173268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7. Gradio 통합 실행 함수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 run_all_goals(file_obj, max_capacity):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버튼 1번만 누르면: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1.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데이터 로드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2.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AI 시간표 배정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3.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공실 시각화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4.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대여 가능 시간대 생성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ctr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을 모두 자동으로 실행합니다.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cxnSp>
        <p:nvCxnSpPr>
          <p:cNvPr id="5" name="화살표 4"/>
          <p:cNvCxnSpPr/>
          <p:nvPr/>
        </p:nvCxnSpPr>
        <p:spPr>
          <a:xfrm rot="5400000" flipH="1" flipV="1">
            <a:off x="4419339" y="1458761"/>
            <a:ext cx="1657088" cy="14744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43134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95467" y="959167"/>
            <a:ext cx="4364355" cy="15821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8. Gradio UI 구성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with gr.Blocks() as demo: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파일 업로드 UI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실행 버튼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결과 탭 3개 (배정 결과, 공실 현황 시각화, 대여 가능 목록)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CSV 다운로드 기능 포함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사용자는 별도의 환경설정 없이 웹에서 바로 AI 시간표 생성이 가능합니다.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95467" y="3360249"/>
            <a:ext cx="5945504" cy="12765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9.</a:t>
            </a:r>
            <a: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마지막 — 앱 실행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if __name__ == "__main__":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   demo.launch(debug=True, share=True)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share=True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옵션으로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외부에서도 접속 가능한 URL이 생성됩니다.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4" name="가로 글상자 3"/>
          <p:cNvSpPr txBox="1"/>
          <p:nvPr/>
        </p:nvSpPr>
        <p:spPr>
          <a:xfrm>
            <a:off x="6246052" y="363854"/>
            <a:ext cx="5887232" cy="61302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900"/>
              <a:t># --- Gradio UI 구성 ---</a:t>
            </a:r>
            <a:endParaRPr lang="ko-KR" altLang="en-US" sz="900"/>
          </a:p>
          <a:p>
            <a:pPr lvl="0">
              <a:defRPr/>
            </a:pPr>
            <a:r>
              <a:rPr lang="en-US" altLang="en-US" sz="900"/>
              <a:t>with gr.Blocks(theme=gr.themes.Soft(), title="AI 시간표 자동화 시스템") as demo: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gr.Markdown("""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# AI 시간표 자동화 및 공실 활용 시스템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**과제 목표:**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1. **Goal 1:** `courses_data.csv` 파일을 업로드하면 AI가 자동으로 실습실 시간표를 배정합니다.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2. **Goal 2:** 배정된 시간표를 기준으로 공실 현황을 시각화합니다.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3. **Goal 3:** 2시간 이상 연속된 공실(대여 가능 시간)을 추출합니다.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---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""")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with gr.Row():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with gr.Column(scale=1):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input_file = gr.File(label="강의 데이터 (courses_data.csv) 업로드", file_types=[".csv"])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max_capacity = gr.Number(label="강의실 최대 수용 인원", value=45)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run_btn = gr.Button("AI 자동화 실행 (Goal 1, 2, 3)", variant="primary")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with gr.Column(scale=2):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run_log = gr.Textbox(label="실행 로그", info="AI 배정 및 분석 과정의 로그가 표시됩니다.", interactive=False)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출력 탭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with gr.Tabs():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with gr.TabItem("✅ Goal 1: AI 배정 결과 (시간표)"):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schedule_df_output = gr.DataFrame(label="AI 배정 시간표 (schedule_prototype.csv)", wrap=True)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schedule_file_output = gr.File(label="배정 결과(CSV) 다운로드")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with gr.TabItem("Goal 2: 공실 현황 시각화"):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heatmap_output = gr.Plot(label="강의실별 공실 현황 히트맵 (요일별)")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with gr.TabItem("Goal 3: 외부 대여 가능 목록"):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rentable_df_output = gr.DataFrame(label="외부 대여 가능 공실 목록 (rentable_slots.csv)", wrap=True)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    rentable_file_output = gr.File(label="대여 목록(CSV) 다운로드")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    # 버튼 이벤트 연결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run_btn.click(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fn=run_all_goals,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inputs=[input_file, max_capacity],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    outputs=[schedule_df_output, schedule_file_output, heatmap_output, rentable_df_output, rentable_file_output, run_log]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)</a:t>
            </a:r>
            <a:endParaRPr lang="en-US" altLang="en-US" sz="900"/>
          </a:p>
          <a:p>
            <a:pPr lvl="0">
              <a:defRPr/>
            </a:pPr>
            <a:endParaRPr lang="en-US" altLang="en-US" sz="900"/>
          </a:p>
          <a:p>
            <a:pPr lvl="0">
              <a:defRPr/>
            </a:pPr>
            <a:r>
              <a:rPr lang="en-US" altLang="en-US" sz="900"/>
              <a:t># --- 앱 실행 ---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if __name__ == "__main__":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print("--- Gradio 앱을 실행합니다. ---")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print("필요 패키지: gradio, ortools, pandas, altair, numpy")</a:t>
            </a:r>
            <a:endParaRPr lang="en-US" altLang="en-US" sz="900"/>
          </a:p>
          <a:p>
            <a:pPr lvl="0">
              <a:defRPr/>
            </a:pPr>
            <a:r>
              <a:rPr lang="en-US" altLang="en-US" sz="900"/>
              <a:t>    demo.launch(debug=True, share=True)</a:t>
            </a:r>
            <a:endParaRPr lang="en-US" altLang="en-US" sz="900"/>
          </a:p>
        </p:txBody>
      </p:sp>
      <p:cxnSp>
        <p:nvCxnSpPr>
          <p:cNvPr id="5" name="화살표 4"/>
          <p:cNvCxnSpPr/>
          <p:nvPr/>
        </p:nvCxnSpPr>
        <p:spPr>
          <a:xfrm>
            <a:off x="3440743" y="1171705"/>
            <a:ext cx="2870547" cy="8742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화살표 5"/>
          <p:cNvCxnSpPr/>
          <p:nvPr/>
        </p:nvCxnSpPr>
        <p:spPr>
          <a:xfrm>
            <a:off x="3884372" y="3526857"/>
            <a:ext cx="2361680" cy="2224677"/>
          </a:xfrm>
          <a:prstGeom prst="straightConnector1">
            <a:avLst/>
          </a:prstGeom>
          <a:ln>
            <a:headEnd w="med" len="med"/>
            <a:tailEnd type="arrow" w="med" len="med"/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98514774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0430" y="579120"/>
            <a:ext cx="10007746" cy="6110287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721177" y="217713"/>
            <a:ext cx="1387929" cy="36140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실행결과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285223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85113" y="561597"/>
            <a:ext cx="9769189" cy="5972181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673541" y="2224767"/>
            <a:ext cx="5320406" cy="22745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히트맵 결과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쉬는시간과 점심시간은 모두 배재하고</a:t>
            </a:r>
            <a:r>
              <a:rPr lang="en-US" altLang="ko-KR"/>
              <a:t>,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가장 빠르고 효율적인 시간표 배정을 요구하여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위와 같은 결과가 도출되었습니다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가상의 교실을 하나 더 추가하여 더 많은 학생들이 있을 경우의 시간표를 제작했습니다</a:t>
            </a:r>
            <a:r>
              <a:rPr lang="en-US" altLang="ko-KR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00769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1856</ep:Words>
  <ep:PresentationFormat>화면 슬라이드 쇼(4:3)</ep:PresentationFormat>
  <ep:Paragraphs>518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2025-12-01T01:07:28.451</dcterms:created>
  <dc:creator>khs0j</dc:creator>
  <cp:lastModifiedBy>khs0j</cp:lastModifiedBy>
  <dcterms:modified xsi:type="dcterms:W3CDTF">2025-12-01T02:04:30.018</dcterms:modified>
  <cp:revision>10</cp:revision>
  <cp:version>13.0.0.2151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